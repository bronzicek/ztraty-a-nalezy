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59" r:id="rId7"/>
    <p:sldId id="263" r:id="rId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FFB131-19C6-40F0-8632-63C9916BB311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9A8CAC7-1FFD-449C-9CFB-1122A0AD2EEB}">
      <dgm:prSet/>
      <dgm:spPr/>
      <dgm:t>
        <a:bodyPr/>
        <a:lstStyle/>
        <a:p>
          <a:r>
            <a:rPr lang="cs-CZ" dirty="0"/>
            <a:t>Kde končí zapomenuté mikiny, klíče nebo kalkulačky? Většinou na hromadě u vrátnice.</a:t>
          </a:r>
          <a:endParaRPr lang="en-US" dirty="0"/>
        </a:p>
      </dgm:t>
    </dgm:pt>
    <dgm:pt modelId="{3370A290-0AC9-4972-9D3B-1F1D9DD56921}" type="parTrans" cxnId="{EA1B94FD-BB8F-41AD-903A-1A93AF39EAFA}">
      <dgm:prSet/>
      <dgm:spPr/>
      <dgm:t>
        <a:bodyPr/>
        <a:lstStyle/>
        <a:p>
          <a:endParaRPr lang="en-US"/>
        </a:p>
      </dgm:t>
    </dgm:pt>
    <dgm:pt modelId="{F91209A9-4D7F-4B1C-B5C2-1A771A9E2AE3}" type="sibTrans" cxnId="{EA1B94FD-BB8F-41AD-903A-1A93AF39EAFA}">
      <dgm:prSet/>
      <dgm:spPr/>
      <dgm:t>
        <a:bodyPr/>
        <a:lstStyle/>
        <a:p>
          <a:endParaRPr lang="en-US"/>
        </a:p>
      </dgm:t>
    </dgm:pt>
    <dgm:pt modelId="{D5D377E0-B70C-46F5-BB16-B7199E8765FE}">
      <dgm:prSet/>
      <dgm:spPr/>
      <dgm:t>
        <a:bodyPr/>
        <a:lstStyle/>
        <a:p>
          <a:r>
            <a:rPr lang="cs-CZ"/>
            <a:t>Zdlouhavé hledání: Student musí obíhat školu a ptát se všech učitelů a školníků.</a:t>
          </a:r>
          <a:endParaRPr lang="en-US"/>
        </a:p>
      </dgm:t>
    </dgm:pt>
    <dgm:pt modelId="{9A25B1AA-E85A-4812-9451-2268E4C35B0F}" type="parTrans" cxnId="{5D628F68-35EC-4C57-87DE-7D9635BFB3A6}">
      <dgm:prSet/>
      <dgm:spPr/>
      <dgm:t>
        <a:bodyPr/>
        <a:lstStyle/>
        <a:p>
          <a:endParaRPr lang="en-US"/>
        </a:p>
      </dgm:t>
    </dgm:pt>
    <dgm:pt modelId="{3DC1BA8E-AD44-4B04-B8C8-5E9068F599C6}" type="sibTrans" cxnId="{5D628F68-35EC-4C57-87DE-7D9635BFB3A6}">
      <dgm:prSet/>
      <dgm:spPr/>
      <dgm:t>
        <a:bodyPr/>
        <a:lstStyle/>
        <a:p>
          <a:endParaRPr lang="en-US"/>
        </a:p>
      </dgm:t>
    </dgm:pt>
    <dgm:pt modelId="{08ADE379-15F3-463C-BCC8-030698F952D9}">
      <dgm:prSet/>
      <dgm:spPr/>
      <dgm:t>
        <a:bodyPr/>
        <a:lstStyle/>
        <a:p>
          <a:r>
            <a:rPr lang="cs-CZ"/>
            <a:t>Nálezce neví, kam přesně věc odevzdat.</a:t>
          </a:r>
          <a:endParaRPr lang="en-US"/>
        </a:p>
      </dgm:t>
    </dgm:pt>
    <dgm:pt modelId="{91749506-BE38-494F-A899-6C1D5A65ED6D}" type="parTrans" cxnId="{63FC0D33-B0C9-4EAE-87BB-EFA180810C2A}">
      <dgm:prSet/>
      <dgm:spPr/>
      <dgm:t>
        <a:bodyPr/>
        <a:lstStyle/>
        <a:p>
          <a:endParaRPr lang="en-US"/>
        </a:p>
      </dgm:t>
    </dgm:pt>
    <dgm:pt modelId="{EAD790FF-1660-44A0-819A-3EE78B3D4BC8}" type="sibTrans" cxnId="{63FC0D33-B0C9-4EAE-87BB-EFA180810C2A}">
      <dgm:prSet/>
      <dgm:spPr/>
      <dgm:t>
        <a:bodyPr/>
        <a:lstStyle/>
        <a:p>
          <a:endParaRPr lang="en-US"/>
        </a:p>
      </dgm:t>
    </dgm:pt>
    <dgm:pt modelId="{B4A1DE9D-F650-41C8-9592-5B64ED07CA2D}">
      <dgm:prSet/>
      <dgm:spPr/>
      <dgm:t>
        <a:bodyPr/>
        <a:lstStyle/>
        <a:p>
          <a:r>
            <a:rPr lang="cs-CZ"/>
            <a:t>Nepořádek a chaos ve školní úschovně dělají ze správy nálezů noční můru.</a:t>
          </a:r>
          <a:endParaRPr lang="en-US"/>
        </a:p>
      </dgm:t>
    </dgm:pt>
    <dgm:pt modelId="{1D2E553D-91C8-4208-B462-2536B478310C}" type="parTrans" cxnId="{24B78995-6A1B-463C-9EC5-8E7FFD759F2A}">
      <dgm:prSet/>
      <dgm:spPr/>
      <dgm:t>
        <a:bodyPr/>
        <a:lstStyle/>
        <a:p>
          <a:endParaRPr lang="en-US"/>
        </a:p>
      </dgm:t>
    </dgm:pt>
    <dgm:pt modelId="{AD1E6195-2E3B-43C3-A3F2-826AEBE75B08}" type="sibTrans" cxnId="{24B78995-6A1B-463C-9EC5-8E7FFD759F2A}">
      <dgm:prSet/>
      <dgm:spPr/>
      <dgm:t>
        <a:bodyPr/>
        <a:lstStyle/>
        <a:p>
          <a:endParaRPr lang="en-US"/>
        </a:p>
      </dgm:t>
    </dgm:pt>
    <dgm:pt modelId="{83E6CA04-E115-4869-AD71-B8EDA63EFA59}" type="pres">
      <dgm:prSet presAssocID="{B1FFB131-19C6-40F0-8632-63C9916BB311}" presName="vert0" presStyleCnt="0">
        <dgm:presLayoutVars>
          <dgm:dir/>
          <dgm:animOne val="branch"/>
          <dgm:animLvl val="lvl"/>
        </dgm:presLayoutVars>
      </dgm:prSet>
      <dgm:spPr/>
    </dgm:pt>
    <dgm:pt modelId="{21E084D5-A25E-4D60-8282-55C7C3435F15}" type="pres">
      <dgm:prSet presAssocID="{49A8CAC7-1FFD-449C-9CFB-1122A0AD2EEB}" presName="thickLine" presStyleLbl="alignNode1" presStyleIdx="0" presStyleCnt="4"/>
      <dgm:spPr/>
    </dgm:pt>
    <dgm:pt modelId="{B92A0469-F10D-4154-827E-1042C2D3BB89}" type="pres">
      <dgm:prSet presAssocID="{49A8CAC7-1FFD-449C-9CFB-1122A0AD2EEB}" presName="horz1" presStyleCnt="0"/>
      <dgm:spPr/>
    </dgm:pt>
    <dgm:pt modelId="{BCD82B12-4C70-45AC-A445-313CEBC68CB4}" type="pres">
      <dgm:prSet presAssocID="{49A8CAC7-1FFD-449C-9CFB-1122A0AD2EEB}" presName="tx1" presStyleLbl="revTx" presStyleIdx="0" presStyleCnt="4"/>
      <dgm:spPr/>
    </dgm:pt>
    <dgm:pt modelId="{CA7AA183-78BF-4978-A01A-4F1730F60E9E}" type="pres">
      <dgm:prSet presAssocID="{49A8CAC7-1FFD-449C-9CFB-1122A0AD2EEB}" presName="vert1" presStyleCnt="0"/>
      <dgm:spPr/>
    </dgm:pt>
    <dgm:pt modelId="{4E7AAC4E-E54D-46AA-AD91-86C7A4A82E50}" type="pres">
      <dgm:prSet presAssocID="{D5D377E0-B70C-46F5-BB16-B7199E8765FE}" presName="thickLine" presStyleLbl="alignNode1" presStyleIdx="1" presStyleCnt="4"/>
      <dgm:spPr/>
    </dgm:pt>
    <dgm:pt modelId="{B570E3C7-A6AD-4E17-9060-3680A36E38AB}" type="pres">
      <dgm:prSet presAssocID="{D5D377E0-B70C-46F5-BB16-B7199E8765FE}" presName="horz1" presStyleCnt="0"/>
      <dgm:spPr/>
    </dgm:pt>
    <dgm:pt modelId="{24F80FB9-AD62-44E6-856A-B395DEFDBF39}" type="pres">
      <dgm:prSet presAssocID="{D5D377E0-B70C-46F5-BB16-B7199E8765FE}" presName="tx1" presStyleLbl="revTx" presStyleIdx="1" presStyleCnt="4"/>
      <dgm:spPr/>
    </dgm:pt>
    <dgm:pt modelId="{6AB1A1DA-AE7F-4579-A0C9-9931FC294B10}" type="pres">
      <dgm:prSet presAssocID="{D5D377E0-B70C-46F5-BB16-B7199E8765FE}" presName="vert1" presStyleCnt="0"/>
      <dgm:spPr/>
    </dgm:pt>
    <dgm:pt modelId="{4E7DB32E-992A-4758-8B2A-3AC319AD9535}" type="pres">
      <dgm:prSet presAssocID="{08ADE379-15F3-463C-BCC8-030698F952D9}" presName="thickLine" presStyleLbl="alignNode1" presStyleIdx="2" presStyleCnt="4"/>
      <dgm:spPr/>
    </dgm:pt>
    <dgm:pt modelId="{D6EE2C18-F1B5-4BC4-AA7B-CAE515280F3F}" type="pres">
      <dgm:prSet presAssocID="{08ADE379-15F3-463C-BCC8-030698F952D9}" presName="horz1" presStyleCnt="0"/>
      <dgm:spPr/>
    </dgm:pt>
    <dgm:pt modelId="{71587A6C-57C0-4982-B84D-A323BB2BC7DF}" type="pres">
      <dgm:prSet presAssocID="{08ADE379-15F3-463C-BCC8-030698F952D9}" presName="tx1" presStyleLbl="revTx" presStyleIdx="2" presStyleCnt="4"/>
      <dgm:spPr/>
    </dgm:pt>
    <dgm:pt modelId="{DB17DD87-E059-4814-B489-A14686BAD0D4}" type="pres">
      <dgm:prSet presAssocID="{08ADE379-15F3-463C-BCC8-030698F952D9}" presName="vert1" presStyleCnt="0"/>
      <dgm:spPr/>
    </dgm:pt>
    <dgm:pt modelId="{4C05F608-B455-4E7F-AD36-04CDAB3979F0}" type="pres">
      <dgm:prSet presAssocID="{B4A1DE9D-F650-41C8-9592-5B64ED07CA2D}" presName="thickLine" presStyleLbl="alignNode1" presStyleIdx="3" presStyleCnt="4"/>
      <dgm:spPr/>
    </dgm:pt>
    <dgm:pt modelId="{70E46BF4-01E2-43B0-B737-9865919A404E}" type="pres">
      <dgm:prSet presAssocID="{B4A1DE9D-F650-41C8-9592-5B64ED07CA2D}" presName="horz1" presStyleCnt="0"/>
      <dgm:spPr/>
    </dgm:pt>
    <dgm:pt modelId="{6AD70ED8-945F-4D33-8877-9ED692E276F5}" type="pres">
      <dgm:prSet presAssocID="{B4A1DE9D-F650-41C8-9592-5B64ED07CA2D}" presName="tx1" presStyleLbl="revTx" presStyleIdx="3" presStyleCnt="4"/>
      <dgm:spPr/>
    </dgm:pt>
    <dgm:pt modelId="{C7942C66-B509-4B4F-B913-BD4058D514C0}" type="pres">
      <dgm:prSet presAssocID="{B4A1DE9D-F650-41C8-9592-5B64ED07CA2D}" presName="vert1" presStyleCnt="0"/>
      <dgm:spPr/>
    </dgm:pt>
  </dgm:ptLst>
  <dgm:cxnLst>
    <dgm:cxn modelId="{FD934416-DCD2-4A6D-BB00-DD300E40A7DB}" type="presOf" srcId="{49A8CAC7-1FFD-449C-9CFB-1122A0AD2EEB}" destId="{BCD82B12-4C70-45AC-A445-313CEBC68CB4}" srcOrd="0" destOrd="0" presId="urn:microsoft.com/office/officeart/2008/layout/LinedList"/>
    <dgm:cxn modelId="{6D738618-20B7-46A2-9BFE-82F8569D152D}" type="presOf" srcId="{08ADE379-15F3-463C-BCC8-030698F952D9}" destId="{71587A6C-57C0-4982-B84D-A323BB2BC7DF}" srcOrd="0" destOrd="0" presId="urn:microsoft.com/office/officeart/2008/layout/LinedList"/>
    <dgm:cxn modelId="{63FC0D33-B0C9-4EAE-87BB-EFA180810C2A}" srcId="{B1FFB131-19C6-40F0-8632-63C9916BB311}" destId="{08ADE379-15F3-463C-BCC8-030698F952D9}" srcOrd="2" destOrd="0" parTransId="{91749506-BE38-494F-A899-6C1D5A65ED6D}" sibTransId="{EAD790FF-1660-44A0-819A-3EE78B3D4BC8}"/>
    <dgm:cxn modelId="{97101E35-B03C-4AFB-BE0B-9B7587D2DFD8}" type="presOf" srcId="{B1FFB131-19C6-40F0-8632-63C9916BB311}" destId="{83E6CA04-E115-4869-AD71-B8EDA63EFA59}" srcOrd="0" destOrd="0" presId="urn:microsoft.com/office/officeart/2008/layout/LinedList"/>
    <dgm:cxn modelId="{5D628F68-35EC-4C57-87DE-7D9635BFB3A6}" srcId="{B1FFB131-19C6-40F0-8632-63C9916BB311}" destId="{D5D377E0-B70C-46F5-BB16-B7199E8765FE}" srcOrd="1" destOrd="0" parTransId="{9A25B1AA-E85A-4812-9451-2268E4C35B0F}" sibTransId="{3DC1BA8E-AD44-4B04-B8C8-5E9068F599C6}"/>
    <dgm:cxn modelId="{71228F5A-E027-4953-9303-7D2D2E86D247}" type="presOf" srcId="{D5D377E0-B70C-46F5-BB16-B7199E8765FE}" destId="{24F80FB9-AD62-44E6-856A-B395DEFDBF39}" srcOrd="0" destOrd="0" presId="urn:microsoft.com/office/officeart/2008/layout/LinedList"/>
    <dgm:cxn modelId="{24B78995-6A1B-463C-9EC5-8E7FFD759F2A}" srcId="{B1FFB131-19C6-40F0-8632-63C9916BB311}" destId="{B4A1DE9D-F650-41C8-9592-5B64ED07CA2D}" srcOrd="3" destOrd="0" parTransId="{1D2E553D-91C8-4208-B462-2536B478310C}" sibTransId="{AD1E6195-2E3B-43C3-A3F2-826AEBE75B08}"/>
    <dgm:cxn modelId="{56CDD29C-DD4C-4F9A-96D4-FEEFC386706D}" type="presOf" srcId="{B4A1DE9D-F650-41C8-9592-5B64ED07CA2D}" destId="{6AD70ED8-945F-4D33-8877-9ED692E276F5}" srcOrd="0" destOrd="0" presId="urn:microsoft.com/office/officeart/2008/layout/LinedList"/>
    <dgm:cxn modelId="{EA1B94FD-BB8F-41AD-903A-1A93AF39EAFA}" srcId="{B1FFB131-19C6-40F0-8632-63C9916BB311}" destId="{49A8CAC7-1FFD-449C-9CFB-1122A0AD2EEB}" srcOrd="0" destOrd="0" parTransId="{3370A290-0AC9-4972-9D3B-1F1D9DD56921}" sibTransId="{F91209A9-4D7F-4B1C-B5C2-1A771A9E2AE3}"/>
    <dgm:cxn modelId="{77F5AF35-72BB-4D02-BD82-27BAED3DB53D}" type="presParOf" srcId="{83E6CA04-E115-4869-AD71-B8EDA63EFA59}" destId="{21E084D5-A25E-4D60-8282-55C7C3435F15}" srcOrd="0" destOrd="0" presId="urn:microsoft.com/office/officeart/2008/layout/LinedList"/>
    <dgm:cxn modelId="{5F969CE9-57C6-4368-9D99-81C4589568FA}" type="presParOf" srcId="{83E6CA04-E115-4869-AD71-B8EDA63EFA59}" destId="{B92A0469-F10D-4154-827E-1042C2D3BB89}" srcOrd="1" destOrd="0" presId="urn:microsoft.com/office/officeart/2008/layout/LinedList"/>
    <dgm:cxn modelId="{82976CA7-E60E-46BA-8373-CC8236AC5818}" type="presParOf" srcId="{B92A0469-F10D-4154-827E-1042C2D3BB89}" destId="{BCD82B12-4C70-45AC-A445-313CEBC68CB4}" srcOrd="0" destOrd="0" presId="urn:microsoft.com/office/officeart/2008/layout/LinedList"/>
    <dgm:cxn modelId="{CACE079F-A75A-4F44-8F74-07DBD1CF577F}" type="presParOf" srcId="{B92A0469-F10D-4154-827E-1042C2D3BB89}" destId="{CA7AA183-78BF-4978-A01A-4F1730F60E9E}" srcOrd="1" destOrd="0" presId="urn:microsoft.com/office/officeart/2008/layout/LinedList"/>
    <dgm:cxn modelId="{984929DE-B08E-4048-B240-917398490C96}" type="presParOf" srcId="{83E6CA04-E115-4869-AD71-B8EDA63EFA59}" destId="{4E7AAC4E-E54D-46AA-AD91-86C7A4A82E50}" srcOrd="2" destOrd="0" presId="urn:microsoft.com/office/officeart/2008/layout/LinedList"/>
    <dgm:cxn modelId="{31E8814A-A481-4071-A48B-3A4D39332A4D}" type="presParOf" srcId="{83E6CA04-E115-4869-AD71-B8EDA63EFA59}" destId="{B570E3C7-A6AD-4E17-9060-3680A36E38AB}" srcOrd="3" destOrd="0" presId="urn:microsoft.com/office/officeart/2008/layout/LinedList"/>
    <dgm:cxn modelId="{8C0BFA2A-7F43-4D8A-932B-31B2D84B0942}" type="presParOf" srcId="{B570E3C7-A6AD-4E17-9060-3680A36E38AB}" destId="{24F80FB9-AD62-44E6-856A-B395DEFDBF39}" srcOrd="0" destOrd="0" presId="urn:microsoft.com/office/officeart/2008/layout/LinedList"/>
    <dgm:cxn modelId="{5977C05B-8F7C-41FB-B2FB-970941A48216}" type="presParOf" srcId="{B570E3C7-A6AD-4E17-9060-3680A36E38AB}" destId="{6AB1A1DA-AE7F-4579-A0C9-9931FC294B10}" srcOrd="1" destOrd="0" presId="urn:microsoft.com/office/officeart/2008/layout/LinedList"/>
    <dgm:cxn modelId="{9BDA167D-B711-4F93-AF1C-D558148365CF}" type="presParOf" srcId="{83E6CA04-E115-4869-AD71-B8EDA63EFA59}" destId="{4E7DB32E-992A-4758-8B2A-3AC319AD9535}" srcOrd="4" destOrd="0" presId="urn:microsoft.com/office/officeart/2008/layout/LinedList"/>
    <dgm:cxn modelId="{B549D1E8-5962-4FDB-9779-5B2A14B30083}" type="presParOf" srcId="{83E6CA04-E115-4869-AD71-B8EDA63EFA59}" destId="{D6EE2C18-F1B5-4BC4-AA7B-CAE515280F3F}" srcOrd="5" destOrd="0" presId="urn:microsoft.com/office/officeart/2008/layout/LinedList"/>
    <dgm:cxn modelId="{AB4638F7-A592-4C4A-88A1-39D4D8641F44}" type="presParOf" srcId="{D6EE2C18-F1B5-4BC4-AA7B-CAE515280F3F}" destId="{71587A6C-57C0-4982-B84D-A323BB2BC7DF}" srcOrd="0" destOrd="0" presId="urn:microsoft.com/office/officeart/2008/layout/LinedList"/>
    <dgm:cxn modelId="{16B47431-258A-43BC-B385-E677FF854938}" type="presParOf" srcId="{D6EE2C18-F1B5-4BC4-AA7B-CAE515280F3F}" destId="{DB17DD87-E059-4814-B489-A14686BAD0D4}" srcOrd="1" destOrd="0" presId="urn:microsoft.com/office/officeart/2008/layout/LinedList"/>
    <dgm:cxn modelId="{AFF74239-E523-4C5B-B4A5-B575D603D4B4}" type="presParOf" srcId="{83E6CA04-E115-4869-AD71-B8EDA63EFA59}" destId="{4C05F608-B455-4E7F-AD36-04CDAB3979F0}" srcOrd="6" destOrd="0" presId="urn:microsoft.com/office/officeart/2008/layout/LinedList"/>
    <dgm:cxn modelId="{B480A84C-50B4-442F-AA2A-E3E848CDB634}" type="presParOf" srcId="{83E6CA04-E115-4869-AD71-B8EDA63EFA59}" destId="{70E46BF4-01E2-43B0-B737-9865919A404E}" srcOrd="7" destOrd="0" presId="urn:microsoft.com/office/officeart/2008/layout/LinedList"/>
    <dgm:cxn modelId="{FD539276-AC8D-4128-BAE6-144E5576CB50}" type="presParOf" srcId="{70E46BF4-01E2-43B0-B737-9865919A404E}" destId="{6AD70ED8-945F-4D33-8877-9ED692E276F5}" srcOrd="0" destOrd="0" presId="urn:microsoft.com/office/officeart/2008/layout/LinedList"/>
    <dgm:cxn modelId="{9C74EACC-B817-4134-8C42-AF5693461BA9}" type="presParOf" srcId="{70E46BF4-01E2-43B0-B737-9865919A404E}" destId="{C7942C66-B509-4B4F-B913-BD4058D514C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FB8FAF-C3E3-4D33-A67A-41A6C3C4D79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5D7B4A9-6229-4D55-A992-5F6717857702}">
      <dgm:prSet/>
      <dgm:spPr/>
      <dgm:t>
        <a:bodyPr/>
        <a:lstStyle/>
        <a:p>
          <a:r>
            <a:rPr lang="cs-CZ" dirty="0"/>
            <a:t>Google antigravity</a:t>
          </a:r>
          <a:endParaRPr lang="en-US" dirty="0"/>
        </a:p>
      </dgm:t>
    </dgm:pt>
    <dgm:pt modelId="{E1FFFBDC-E918-4B13-BE2D-F3763FA7AA6A}" type="parTrans" cxnId="{3613C1B9-1E3B-4E7E-A050-0CC439BE184E}">
      <dgm:prSet/>
      <dgm:spPr/>
      <dgm:t>
        <a:bodyPr/>
        <a:lstStyle/>
        <a:p>
          <a:endParaRPr lang="en-US"/>
        </a:p>
      </dgm:t>
    </dgm:pt>
    <dgm:pt modelId="{B3B1DFB6-3286-4CEF-AEE7-330227723A01}" type="sibTrans" cxnId="{3613C1B9-1E3B-4E7E-A050-0CC439BE184E}">
      <dgm:prSet/>
      <dgm:spPr/>
      <dgm:t>
        <a:bodyPr/>
        <a:lstStyle/>
        <a:p>
          <a:endParaRPr lang="en-US"/>
        </a:p>
      </dgm:t>
    </dgm:pt>
    <dgm:pt modelId="{955B8DA6-5EE7-455C-AF52-DD15831C7E37}">
      <dgm:prSet/>
      <dgm:spPr/>
      <dgm:t>
        <a:bodyPr/>
        <a:lstStyle/>
        <a:p>
          <a:r>
            <a:rPr lang="cs-CZ"/>
            <a:t>PowerPoint</a:t>
          </a:r>
          <a:endParaRPr lang="en-US"/>
        </a:p>
      </dgm:t>
    </dgm:pt>
    <dgm:pt modelId="{DAA5B7FA-3E47-4811-945F-1AA6C36BF493}" type="parTrans" cxnId="{C39DD702-0490-45D5-97CC-A724AD185DBD}">
      <dgm:prSet/>
      <dgm:spPr/>
      <dgm:t>
        <a:bodyPr/>
        <a:lstStyle/>
        <a:p>
          <a:endParaRPr lang="en-US"/>
        </a:p>
      </dgm:t>
    </dgm:pt>
    <dgm:pt modelId="{9DC047C1-75C8-4002-B031-87769CCBD4AB}" type="sibTrans" cxnId="{C39DD702-0490-45D5-97CC-A724AD185DBD}">
      <dgm:prSet/>
      <dgm:spPr/>
      <dgm:t>
        <a:bodyPr/>
        <a:lstStyle/>
        <a:p>
          <a:endParaRPr lang="en-US"/>
        </a:p>
      </dgm:t>
    </dgm:pt>
    <dgm:pt modelId="{F1D2FEFF-6669-4D7F-A02C-BA1D78D2391C}">
      <dgm:prSet/>
      <dgm:spPr/>
      <dgm:t>
        <a:bodyPr/>
        <a:lstStyle/>
        <a:p>
          <a:r>
            <a:rPr lang="cs-CZ"/>
            <a:t>GitHub</a:t>
          </a:r>
          <a:endParaRPr lang="en-US"/>
        </a:p>
      </dgm:t>
    </dgm:pt>
    <dgm:pt modelId="{15C28E0B-C40B-47D4-B6D9-5BC3A0592C30}" type="parTrans" cxnId="{36870FDD-0E30-4D7C-91AB-6D11EEF65ED2}">
      <dgm:prSet/>
      <dgm:spPr/>
      <dgm:t>
        <a:bodyPr/>
        <a:lstStyle/>
        <a:p>
          <a:endParaRPr lang="en-US"/>
        </a:p>
      </dgm:t>
    </dgm:pt>
    <dgm:pt modelId="{0B77AA92-0863-4CF4-A5F6-0331D45031B0}" type="sibTrans" cxnId="{36870FDD-0E30-4D7C-91AB-6D11EEF65ED2}">
      <dgm:prSet/>
      <dgm:spPr/>
      <dgm:t>
        <a:bodyPr/>
        <a:lstStyle/>
        <a:p>
          <a:endParaRPr lang="en-US"/>
        </a:p>
      </dgm:t>
    </dgm:pt>
    <dgm:pt modelId="{F8E6BDF3-85AC-460A-9F54-CB78DBFBFDF3}">
      <dgm:prSet/>
      <dgm:spPr/>
      <dgm:t>
        <a:bodyPr/>
        <a:lstStyle/>
        <a:p>
          <a:r>
            <a:rPr lang="cs-CZ"/>
            <a:t>Vercel</a:t>
          </a:r>
          <a:endParaRPr lang="en-US"/>
        </a:p>
      </dgm:t>
    </dgm:pt>
    <dgm:pt modelId="{A6338ED5-400D-409B-A65E-E438F90ABE48}" type="parTrans" cxnId="{C518570D-514E-42FD-8196-9F2966A8E9C4}">
      <dgm:prSet/>
      <dgm:spPr/>
      <dgm:t>
        <a:bodyPr/>
        <a:lstStyle/>
        <a:p>
          <a:endParaRPr lang="en-US"/>
        </a:p>
      </dgm:t>
    </dgm:pt>
    <dgm:pt modelId="{13A76421-DACD-43E7-93DA-C4F7241C4D5E}" type="sibTrans" cxnId="{C518570D-514E-42FD-8196-9F2966A8E9C4}">
      <dgm:prSet/>
      <dgm:spPr/>
      <dgm:t>
        <a:bodyPr/>
        <a:lstStyle/>
        <a:p>
          <a:endParaRPr lang="en-US"/>
        </a:p>
      </dgm:t>
    </dgm:pt>
    <dgm:pt modelId="{3012DC49-919B-4D5A-8F02-4041CF28C973}">
      <dgm:prSet/>
      <dgm:spPr/>
      <dgm:t>
        <a:bodyPr/>
        <a:lstStyle/>
        <a:p>
          <a:r>
            <a:rPr lang="cs-CZ"/>
            <a:t>Photopea</a:t>
          </a:r>
          <a:endParaRPr lang="en-US"/>
        </a:p>
      </dgm:t>
    </dgm:pt>
    <dgm:pt modelId="{84F17A6A-183A-4358-906D-F3573F72EE32}" type="parTrans" cxnId="{90409566-5A65-4538-801A-BD6BE7D78D4F}">
      <dgm:prSet/>
      <dgm:spPr/>
      <dgm:t>
        <a:bodyPr/>
        <a:lstStyle/>
        <a:p>
          <a:endParaRPr lang="en-US"/>
        </a:p>
      </dgm:t>
    </dgm:pt>
    <dgm:pt modelId="{FAA0A95B-361F-4292-8F1F-6C43340DA6A7}" type="sibTrans" cxnId="{90409566-5A65-4538-801A-BD6BE7D78D4F}">
      <dgm:prSet/>
      <dgm:spPr/>
      <dgm:t>
        <a:bodyPr/>
        <a:lstStyle/>
        <a:p>
          <a:endParaRPr lang="en-US"/>
        </a:p>
      </dgm:t>
    </dgm:pt>
    <dgm:pt modelId="{D4698273-53D7-44B3-9604-ADEEA12EA912}">
      <dgm:prSet/>
      <dgm:spPr/>
      <dgm:t>
        <a:bodyPr/>
        <a:lstStyle/>
        <a:p>
          <a:r>
            <a:rPr lang="cs-CZ"/>
            <a:t>SVG Repo</a:t>
          </a:r>
          <a:endParaRPr lang="en-US"/>
        </a:p>
      </dgm:t>
    </dgm:pt>
    <dgm:pt modelId="{FA2BADB4-2EF2-4199-95D2-FFA4DC6714C6}" type="parTrans" cxnId="{7A039751-A4A5-4A00-8054-0D68C113577E}">
      <dgm:prSet/>
      <dgm:spPr/>
      <dgm:t>
        <a:bodyPr/>
        <a:lstStyle/>
        <a:p>
          <a:endParaRPr lang="en-US"/>
        </a:p>
      </dgm:t>
    </dgm:pt>
    <dgm:pt modelId="{4BA2D105-323D-493A-BBDF-011A320EC392}" type="sibTrans" cxnId="{7A039751-A4A5-4A00-8054-0D68C113577E}">
      <dgm:prSet/>
      <dgm:spPr/>
      <dgm:t>
        <a:bodyPr/>
        <a:lstStyle/>
        <a:p>
          <a:endParaRPr lang="en-US"/>
        </a:p>
      </dgm:t>
    </dgm:pt>
    <dgm:pt modelId="{2ED57AE7-1835-4B7E-BDEE-5E8DC74355B5}" type="pres">
      <dgm:prSet presAssocID="{94FB8FAF-C3E3-4D33-A67A-41A6C3C4D796}" presName="linear" presStyleCnt="0">
        <dgm:presLayoutVars>
          <dgm:animLvl val="lvl"/>
          <dgm:resizeHandles val="exact"/>
        </dgm:presLayoutVars>
      </dgm:prSet>
      <dgm:spPr/>
    </dgm:pt>
    <dgm:pt modelId="{3D77A270-0157-4414-9849-CFE2411F93EB}" type="pres">
      <dgm:prSet presAssocID="{75D7B4A9-6229-4D55-A992-5F671785770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426F562-4CC1-424F-B921-A13A9D78A9BD}" type="pres">
      <dgm:prSet presAssocID="{B3B1DFB6-3286-4CEF-AEE7-330227723A01}" presName="spacer" presStyleCnt="0"/>
      <dgm:spPr/>
    </dgm:pt>
    <dgm:pt modelId="{DE9D85E5-BA94-433C-BCC3-A0606D84F58C}" type="pres">
      <dgm:prSet presAssocID="{955B8DA6-5EE7-455C-AF52-DD15831C7E37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17271DF-E47C-45E5-B228-5D0BC9CFF06C}" type="pres">
      <dgm:prSet presAssocID="{9DC047C1-75C8-4002-B031-87769CCBD4AB}" presName="spacer" presStyleCnt="0"/>
      <dgm:spPr/>
    </dgm:pt>
    <dgm:pt modelId="{E67D81D1-17C0-4516-863F-4364B01950C6}" type="pres">
      <dgm:prSet presAssocID="{F1D2FEFF-6669-4D7F-A02C-BA1D78D2391C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B87A40F-F29D-4CA6-B475-A261CFFC1D8B}" type="pres">
      <dgm:prSet presAssocID="{0B77AA92-0863-4CF4-A5F6-0331D45031B0}" presName="spacer" presStyleCnt="0"/>
      <dgm:spPr/>
    </dgm:pt>
    <dgm:pt modelId="{0EFA8B05-12CD-43EF-93F9-40068469666F}" type="pres">
      <dgm:prSet presAssocID="{F8E6BDF3-85AC-460A-9F54-CB78DBFBFDF3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EA4D9FC-86BA-4440-8257-D6BF65800FE4}" type="pres">
      <dgm:prSet presAssocID="{13A76421-DACD-43E7-93DA-C4F7241C4D5E}" presName="spacer" presStyleCnt="0"/>
      <dgm:spPr/>
    </dgm:pt>
    <dgm:pt modelId="{7E058CE8-717E-45B5-822E-91810D6B02C8}" type="pres">
      <dgm:prSet presAssocID="{3012DC49-919B-4D5A-8F02-4041CF28C97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C09272D-53F8-43D6-9BD5-5CC2C6B859FD}" type="pres">
      <dgm:prSet presAssocID="{FAA0A95B-361F-4292-8F1F-6C43340DA6A7}" presName="spacer" presStyleCnt="0"/>
      <dgm:spPr/>
    </dgm:pt>
    <dgm:pt modelId="{887E2964-1D68-4C4D-B8A3-13ABE8B6B88A}" type="pres">
      <dgm:prSet presAssocID="{D4698273-53D7-44B3-9604-ADEEA12EA912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C39DD702-0490-45D5-97CC-A724AD185DBD}" srcId="{94FB8FAF-C3E3-4D33-A67A-41A6C3C4D796}" destId="{955B8DA6-5EE7-455C-AF52-DD15831C7E37}" srcOrd="1" destOrd="0" parTransId="{DAA5B7FA-3E47-4811-945F-1AA6C36BF493}" sibTransId="{9DC047C1-75C8-4002-B031-87769CCBD4AB}"/>
    <dgm:cxn modelId="{E6907808-4019-4FA9-9C66-BEF1191A1B17}" type="presOf" srcId="{955B8DA6-5EE7-455C-AF52-DD15831C7E37}" destId="{DE9D85E5-BA94-433C-BCC3-A0606D84F58C}" srcOrd="0" destOrd="0" presId="urn:microsoft.com/office/officeart/2005/8/layout/vList2"/>
    <dgm:cxn modelId="{55049F08-F495-4A5B-AF7C-14EE084EFAD7}" type="presOf" srcId="{F1D2FEFF-6669-4D7F-A02C-BA1D78D2391C}" destId="{E67D81D1-17C0-4516-863F-4364B01950C6}" srcOrd="0" destOrd="0" presId="urn:microsoft.com/office/officeart/2005/8/layout/vList2"/>
    <dgm:cxn modelId="{C518570D-514E-42FD-8196-9F2966A8E9C4}" srcId="{94FB8FAF-C3E3-4D33-A67A-41A6C3C4D796}" destId="{F8E6BDF3-85AC-460A-9F54-CB78DBFBFDF3}" srcOrd="3" destOrd="0" parTransId="{A6338ED5-400D-409B-A65E-E438F90ABE48}" sibTransId="{13A76421-DACD-43E7-93DA-C4F7241C4D5E}"/>
    <dgm:cxn modelId="{B56EE945-E3AC-4A4E-BD67-CD51B54DA1D6}" type="presOf" srcId="{3012DC49-919B-4D5A-8F02-4041CF28C973}" destId="{7E058CE8-717E-45B5-822E-91810D6B02C8}" srcOrd="0" destOrd="0" presId="urn:microsoft.com/office/officeart/2005/8/layout/vList2"/>
    <dgm:cxn modelId="{90409566-5A65-4538-801A-BD6BE7D78D4F}" srcId="{94FB8FAF-C3E3-4D33-A67A-41A6C3C4D796}" destId="{3012DC49-919B-4D5A-8F02-4041CF28C973}" srcOrd="4" destOrd="0" parTransId="{84F17A6A-183A-4358-906D-F3573F72EE32}" sibTransId="{FAA0A95B-361F-4292-8F1F-6C43340DA6A7}"/>
    <dgm:cxn modelId="{7A039751-A4A5-4A00-8054-0D68C113577E}" srcId="{94FB8FAF-C3E3-4D33-A67A-41A6C3C4D796}" destId="{D4698273-53D7-44B3-9604-ADEEA12EA912}" srcOrd="5" destOrd="0" parTransId="{FA2BADB4-2EF2-4199-95D2-FFA4DC6714C6}" sibTransId="{4BA2D105-323D-493A-BBDF-011A320EC392}"/>
    <dgm:cxn modelId="{E2D0D694-B83B-467C-A78B-9A4B4B38010A}" type="presOf" srcId="{D4698273-53D7-44B3-9604-ADEEA12EA912}" destId="{887E2964-1D68-4C4D-B8A3-13ABE8B6B88A}" srcOrd="0" destOrd="0" presId="urn:microsoft.com/office/officeart/2005/8/layout/vList2"/>
    <dgm:cxn modelId="{3613C1B9-1E3B-4E7E-A050-0CC439BE184E}" srcId="{94FB8FAF-C3E3-4D33-A67A-41A6C3C4D796}" destId="{75D7B4A9-6229-4D55-A992-5F6717857702}" srcOrd="0" destOrd="0" parTransId="{E1FFFBDC-E918-4B13-BE2D-F3763FA7AA6A}" sibTransId="{B3B1DFB6-3286-4CEF-AEE7-330227723A01}"/>
    <dgm:cxn modelId="{E8FFE2C7-C450-44FC-851C-6D5FD7AF803C}" type="presOf" srcId="{F8E6BDF3-85AC-460A-9F54-CB78DBFBFDF3}" destId="{0EFA8B05-12CD-43EF-93F9-40068469666F}" srcOrd="0" destOrd="0" presId="urn:microsoft.com/office/officeart/2005/8/layout/vList2"/>
    <dgm:cxn modelId="{3D24D0DA-E16A-4375-84B6-683D64DA34AF}" type="presOf" srcId="{75D7B4A9-6229-4D55-A992-5F6717857702}" destId="{3D77A270-0157-4414-9849-CFE2411F93EB}" srcOrd="0" destOrd="0" presId="urn:microsoft.com/office/officeart/2005/8/layout/vList2"/>
    <dgm:cxn modelId="{36870FDD-0E30-4D7C-91AB-6D11EEF65ED2}" srcId="{94FB8FAF-C3E3-4D33-A67A-41A6C3C4D796}" destId="{F1D2FEFF-6669-4D7F-A02C-BA1D78D2391C}" srcOrd="2" destOrd="0" parTransId="{15C28E0B-C40B-47D4-B6D9-5BC3A0592C30}" sibTransId="{0B77AA92-0863-4CF4-A5F6-0331D45031B0}"/>
    <dgm:cxn modelId="{D3E356F0-5CC5-47A3-A3B6-5A3FDA6C318F}" type="presOf" srcId="{94FB8FAF-C3E3-4D33-A67A-41A6C3C4D796}" destId="{2ED57AE7-1835-4B7E-BDEE-5E8DC74355B5}" srcOrd="0" destOrd="0" presId="urn:microsoft.com/office/officeart/2005/8/layout/vList2"/>
    <dgm:cxn modelId="{48276751-F1BC-4D5A-A5C7-018CF2C036C9}" type="presParOf" srcId="{2ED57AE7-1835-4B7E-BDEE-5E8DC74355B5}" destId="{3D77A270-0157-4414-9849-CFE2411F93EB}" srcOrd="0" destOrd="0" presId="urn:microsoft.com/office/officeart/2005/8/layout/vList2"/>
    <dgm:cxn modelId="{A49BC9AF-3BD5-4B32-96A8-B4D62EAA75DF}" type="presParOf" srcId="{2ED57AE7-1835-4B7E-BDEE-5E8DC74355B5}" destId="{7426F562-4CC1-424F-B921-A13A9D78A9BD}" srcOrd="1" destOrd="0" presId="urn:microsoft.com/office/officeart/2005/8/layout/vList2"/>
    <dgm:cxn modelId="{E73E57FB-5C4E-4FD6-B75B-87EB6C212922}" type="presParOf" srcId="{2ED57AE7-1835-4B7E-BDEE-5E8DC74355B5}" destId="{DE9D85E5-BA94-433C-BCC3-A0606D84F58C}" srcOrd="2" destOrd="0" presId="urn:microsoft.com/office/officeart/2005/8/layout/vList2"/>
    <dgm:cxn modelId="{C32A195A-F211-4849-BA7A-B1852F78880F}" type="presParOf" srcId="{2ED57AE7-1835-4B7E-BDEE-5E8DC74355B5}" destId="{017271DF-E47C-45E5-B228-5D0BC9CFF06C}" srcOrd="3" destOrd="0" presId="urn:microsoft.com/office/officeart/2005/8/layout/vList2"/>
    <dgm:cxn modelId="{8F6AFE97-22AC-4958-864F-407682159A60}" type="presParOf" srcId="{2ED57AE7-1835-4B7E-BDEE-5E8DC74355B5}" destId="{E67D81D1-17C0-4516-863F-4364B01950C6}" srcOrd="4" destOrd="0" presId="urn:microsoft.com/office/officeart/2005/8/layout/vList2"/>
    <dgm:cxn modelId="{8F44E49F-A8D8-4A03-A10C-15819ED712EE}" type="presParOf" srcId="{2ED57AE7-1835-4B7E-BDEE-5E8DC74355B5}" destId="{FB87A40F-F29D-4CA6-B475-A261CFFC1D8B}" srcOrd="5" destOrd="0" presId="urn:microsoft.com/office/officeart/2005/8/layout/vList2"/>
    <dgm:cxn modelId="{7F3D1A7D-6249-472A-A9D9-A748D92AD32D}" type="presParOf" srcId="{2ED57AE7-1835-4B7E-BDEE-5E8DC74355B5}" destId="{0EFA8B05-12CD-43EF-93F9-40068469666F}" srcOrd="6" destOrd="0" presId="urn:microsoft.com/office/officeart/2005/8/layout/vList2"/>
    <dgm:cxn modelId="{84AC177A-6793-49B5-9875-7508DF72F44E}" type="presParOf" srcId="{2ED57AE7-1835-4B7E-BDEE-5E8DC74355B5}" destId="{1EA4D9FC-86BA-4440-8257-D6BF65800FE4}" srcOrd="7" destOrd="0" presId="urn:microsoft.com/office/officeart/2005/8/layout/vList2"/>
    <dgm:cxn modelId="{8CD80AB7-66B1-4424-9839-7FA6D2913A9B}" type="presParOf" srcId="{2ED57AE7-1835-4B7E-BDEE-5E8DC74355B5}" destId="{7E058CE8-717E-45B5-822E-91810D6B02C8}" srcOrd="8" destOrd="0" presId="urn:microsoft.com/office/officeart/2005/8/layout/vList2"/>
    <dgm:cxn modelId="{C48FCC43-3251-441E-841C-CE1DDD7AE007}" type="presParOf" srcId="{2ED57AE7-1835-4B7E-BDEE-5E8DC74355B5}" destId="{6C09272D-53F8-43D6-9BD5-5CC2C6B859FD}" srcOrd="9" destOrd="0" presId="urn:microsoft.com/office/officeart/2005/8/layout/vList2"/>
    <dgm:cxn modelId="{43486A9E-97CF-4EDC-AE6E-C0D117E4BEF7}" type="presParOf" srcId="{2ED57AE7-1835-4B7E-BDEE-5E8DC74355B5}" destId="{887E2964-1D68-4C4D-B8A3-13ABE8B6B88A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4FB8FAF-C3E3-4D33-A67A-41A6C3C4D79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5D7B4A9-6229-4D55-A992-5F6717857702}">
      <dgm:prSet/>
      <dgm:spPr/>
      <dgm:t>
        <a:bodyPr/>
        <a:lstStyle/>
        <a:p>
          <a:r>
            <a:rPr lang="cs-CZ" dirty="0"/>
            <a:t>HTML</a:t>
          </a:r>
          <a:endParaRPr lang="en-US" dirty="0"/>
        </a:p>
      </dgm:t>
    </dgm:pt>
    <dgm:pt modelId="{E1FFFBDC-E918-4B13-BE2D-F3763FA7AA6A}" type="parTrans" cxnId="{3613C1B9-1E3B-4E7E-A050-0CC439BE184E}">
      <dgm:prSet/>
      <dgm:spPr/>
      <dgm:t>
        <a:bodyPr/>
        <a:lstStyle/>
        <a:p>
          <a:endParaRPr lang="en-US"/>
        </a:p>
      </dgm:t>
    </dgm:pt>
    <dgm:pt modelId="{B3B1DFB6-3286-4CEF-AEE7-330227723A01}" type="sibTrans" cxnId="{3613C1B9-1E3B-4E7E-A050-0CC439BE184E}">
      <dgm:prSet/>
      <dgm:spPr/>
      <dgm:t>
        <a:bodyPr/>
        <a:lstStyle/>
        <a:p>
          <a:endParaRPr lang="en-US"/>
        </a:p>
      </dgm:t>
    </dgm:pt>
    <dgm:pt modelId="{955B8DA6-5EE7-455C-AF52-DD15831C7E37}">
      <dgm:prSet/>
      <dgm:spPr/>
      <dgm:t>
        <a:bodyPr/>
        <a:lstStyle/>
        <a:p>
          <a:r>
            <a:rPr lang="cs-CZ" dirty="0"/>
            <a:t>CSS3</a:t>
          </a:r>
          <a:endParaRPr lang="en-US" dirty="0"/>
        </a:p>
      </dgm:t>
    </dgm:pt>
    <dgm:pt modelId="{DAA5B7FA-3E47-4811-945F-1AA6C36BF493}" type="parTrans" cxnId="{C39DD702-0490-45D5-97CC-A724AD185DBD}">
      <dgm:prSet/>
      <dgm:spPr/>
      <dgm:t>
        <a:bodyPr/>
        <a:lstStyle/>
        <a:p>
          <a:endParaRPr lang="en-US"/>
        </a:p>
      </dgm:t>
    </dgm:pt>
    <dgm:pt modelId="{9DC047C1-75C8-4002-B031-87769CCBD4AB}" type="sibTrans" cxnId="{C39DD702-0490-45D5-97CC-A724AD185DBD}">
      <dgm:prSet/>
      <dgm:spPr/>
      <dgm:t>
        <a:bodyPr/>
        <a:lstStyle/>
        <a:p>
          <a:endParaRPr lang="en-US"/>
        </a:p>
      </dgm:t>
    </dgm:pt>
    <dgm:pt modelId="{F1D2FEFF-6669-4D7F-A02C-BA1D78D2391C}">
      <dgm:prSet/>
      <dgm:spPr/>
      <dgm:t>
        <a:bodyPr/>
        <a:lstStyle/>
        <a:p>
          <a:r>
            <a:rPr lang="cs-CZ" dirty="0"/>
            <a:t>Vanilla JS</a:t>
          </a:r>
          <a:endParaRPr lang="en-US" dirty="0"/>
        </a:p>
      </dgm:t>
    </dgm:pt>
    <dgm:pt modelId="{15C28E0B-C40B-47D4-B6D9-5BC3A0592C30}" type="parTrans" cxnId="{36870FDD-0E30-4D7C-91AB-6D11EEF65ED2}">
      <dgm:prSet/>
      <dgm:spPr/>
      <dgm:t>
        <a:bodyPr/>
        <a:lstStyle/>
        <a:p>
          <a:endParaRPr lang="en-US"/>
        </a:p>
      </dgm:t>
    </dgm:pt>
    <dgm:pt modelId="{0B77AA92-0863-4CF4-A5F6-0331D45031B0}" type="sibTrans" cxnId="{36870FDD-0E30-4D7C-91AB-6D11EEF65ED2}">
      <dgm:prSet/>
      <dgm:spPr/>
      <dgm:t>
        <a:bodyPr/>
        <a:lstStyle/>
        <a:p>
          <a:endParaRPr lang="en-US"/>
        </a:p>
      </dgm:t>
    </dgm:pt>
    <dgm:pt modelId="{2ED57AE7-1835-4B7E-BDEE-5E8DC74355B5}" type="pres">
      <dgm:prSet presAssocID="{94FB8FAF-C3E3-4D33-A67A-41A6C3C4D796}" presName="linear" presStyleCnt="0">
        <dgm:presLayoutVars>
          <dgm:animLvl val="lvl"/>
          <dgm:resizeHandles val="exact"/>
        </dgm:presLayoutVars>
      </dgm:prSet>
      <dgm:spPr/>
    </dgm:pt>
    <dgm:pt modelId="{3D77A270-0157-4414-9849-CFE2411F93EB}" type="pres">
      <dgm:prSet presAssocID="{75D7B4A9-6229-4D55-A992-5F671785770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426F562-4CC1-424F-B921-A13A9D78A9BD}" type="pres">
      <dgm:prSet presAssocID="{B3B1DFB6-3286-4CEF-AEE7-330227723A01}" presName="spacer" presStyleCnt="0"/>
      <dgm:spPr/>
    </dgm:pt>
    <dgm:pt modelId="{DE9D85E5-BA94-433C-BCC3-A0606D84F58C}" type="pres">
      <dgm:prSet presAssocID="{955B8DA6-5EE7-455C-AF52-DD15831C7E3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17271DF-E47C-45E5-B228-5D0BC9CFF06C}" type="pres">
      <dgm:prSet presAssocID="{9DC047C1-75C8-4002-B031-87769CCBD4AB}" presName="spacer" presStyleCnt="0"/>
      <dgm:spPr/>
    </dgm:pt>
    <dgm:pt modelId="{E67D81D1-17C0-4516-863F-4364B01950C6}" type="pres">
      <dgm:prSet presAssocID="{F1D2FEFF-6669-4D7F-A02C-BA1D78D2391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39DD702-0490-45D5-97CC-A724AD185DBD}" srcId="{94FB8FAF-C3E3-4D33-A67A-41A6C3C4D796}" destId="{955B8DA6-5EE7-455C-AF52-DD15831C7E37}" srcOrd="1" destOrd="0" parTransId="{DAA5B7FA-3E47-4811-945F-1AA6C36BF493}" sibTransId="{9DC047C1-75C8-4002-B031-87769CCBD4AB}"/>
    <dgm:cxn modelId="{E6907808-4019-4FA9-9C66-BEF1191A1B17}" type="presOf" srcId="{955B8DA6-5EE7-455C-AF52-DD15831C7E37}" destId="{DE9D85E5-BA94-433C-BCC3-A0606D84F58C}" srcOrd="0" destOrd="0" presId="urn:microsoft.com/office/officeart/2005/8/layout/vList2"/>
    <dgm:cxn modelId="{55049F08-F495-4A5B-AF7C-14EE084EFAD7}" type="presOf" srcId="{F1D2FEFF-6669-4D7F-A02C-BA1D78D2391C}" destId="{E67D81D1-17C0-4516-863F-4364B01950C6}" srcOrd="0" destOrd="0" presId="urn:microsoft.com/office/officeart/2005/8/layout/vList2"/>
    <dgm:cxn modelId="{3613C1B9-1E3B-4E7E-A050-0CC439BE184E}" srcId="{94FB8FAF-C3E3-4D33-A67A-41A6C3C4D796}" destId="{75D7B4A9-6229-4D55-A992-5F6717857702}" srcOrd="0" destOrd="0" parTransId="{E1FFFBDC-E918-4B13-BE2D-F3763FA7AA6A}" sibTransId="{B3B1DFB6-3286-4CEF-AEE7-330227723A01}"/>
    <dgm:cxn modelId="{3D24D0DA-E16A-4375-84B6-683D64DA34AF}" type="presOf" srcId="{75D7B4A9-6229-4D55-A992-5F6717857702}" destId="{3D77A270-0157-4414-9849-CFE2411F93EB}" srcOrd="0" destOrd="0" presId="urn:microsoft.com/office/officeart/2005/8/layout/vList2"/>
    <dgm:cxn modelId="{36870FDD-0E30-4D7C-91AB-6D11EEF65ED2}" srcId="{94FB8FAF-C3E3-4D33-A67A-41A6C3C4D796}" destId="{F1D2FEFF-6669-4D7F-A02C-BA1D78D2391C}" srcOrd="2" destOrd="0" parTransId="{15C28E0B-C40B-47D4-B6D9-5BC3A0592C30}" sibTransId="{0B77AA92-0863-4CF4-A5F6-0331D45031B0}"/>
    <dgm:cxn modelId="{D3E356F0-5CC5-47A3-A3B6-5A3FDA6C318F}" type="presOf" srcId="{94FB8FAF-C3E3-4D33-A67A-41A6C3C4D796}" destId="{2ED57AE7-1835-4B7E-BDEE-5E8DC74355B5}" srcOrd="0" destOrd="0" presId="urn:microsoft.com/office/officeart/2005/8/layout/vList2"/>
    <dgm:cxn modelId="{48276751-F1BC-4D5A-A5C7-018CF2C036C9}" type="presParOf" srcId="{2ED57AE7-1835-4B7E-BDEE-5E8DC74355B5}" destId="{3D77A270-0157-4414-9849-CFE2411F93EB}" srcOrd="0" destOrd="0" presId="urn:microsoft.com/office/officeart/2005/8/layout/vList2"/>
    <dgm:cxn modelId="{A49BC9AF-3BD5-4B32-96A8-B4D62EAA75DF}" type="presParOf" srcId="{2ED57AE7-1835-4B7E-BDEE-5E8DC74355B5}" destId="{7426F562-4CC1-424F-B921-A13A9D78A9BD}" srcOrd="1" destOrd="0" presId="urn:microsoft.com/office/officeart/2005/8/layout/vList2"/>
    <dgm:cxn modelId="{E73E57FB-5C4E-4FD6-B75B-87EB6C212922}" type="presParOf" srcId="{2ED57AE7-1835-4B7E-BDEE-5E8DC74355B5}" destId="{DE9D85E5-BA94-433C-BCC3-A0606D84F58C}" srcOrd="2" destOrd="0" presId="urn:microsoft.com/office/officeart/2005/8/layout/vList2"/>
    <dgm:cxn modelId="{C32A195A-F211-4849-BA7A-B1852F78880F}" type="presParOf" srcId="{2ED57AE7-1835-4B7E-BDEE-5E8DC74355B5}" destId="{017271DF-E47C-45E5-B228-5D0BC9CFF06C}" srcOrd="3" destOrd="0" presId="urn:microsoft.com/office/officeart/2005/8/layout/vList2"/>
    <dgm:cxn modelId="{8F6AFE97-22AC-4958-864F-407682159A60}" type="presParOf" srcId="{2ED57AE7-1835-4B7E-BDEE-5E8DC74355B5}" destId="{E67D81D1-17C0-4516-863F-4364B01950C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E084D5-A25E-4D60-8282-55C7C3435F15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CD82B12-4C70-45AC-A445-313CEBC68CB4}">
      <dsp:nvSpPr>
        <dsp:cNvPr id="0" name=""/>
        <dsp:cNvSpPr/>
      </dsp:nvSpPr>
      <dsp:spPr>
        <a:xfrm>
          <a:off x="0" y="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Kde končí zapomenuté mikiny, klíče nebo kalkulačky? Většinou na hromadě u vrátnice.</a:t>
          </a:r>
          <a:endParaRPr lang="en-US" sz="2700" kern="1200" dirty="0"/>
        </a:p>
      </dsp:txBody>
      <dsp:txXfrm>
        <a:off x="0" y="0"/>
        <a:ext cx="6666833" cy="1363480"/>
      </dsp:txXfrm>
    </dsp:sp>
    <dsp:sp modelId="{4E7AAC4E-E54D-46AA-AD91-86C7A4A82E50}">
      <dsp:nvSpPr>
        <dsp:cNvPr id="0" name=""/>
        <dsp:cNvSpPr/>
      </dsp:nvSpPr>
      <dsp:spPr>
        <a:xfrm>
          <a:off x="0" y="1363480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4F80FB9-AD62-44E6-856A-B395DEFDBF39}">
      <dsp:nvSpPr>
        <dsp:cNvPr id="0" name=""/>
        <dsp:cNvSpPr/>
      </dsp:nvSpPr>
      <dsp:spPr>
        <a:xfrm>
          <a:off x="0" y="136348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/>
            <a:t>Zdlouhavé hledání: Student musí obíhat školu a ptát se všech učitelů a školníků.</a:t>
          </a:r>
          <a:endParaRPr lang="en-US" sz="2700" kern="1200"/>
        </a:p>
      </dsp:txBody>
      <dsp:txXfrm>
        <a:off x="0" y="1363480"/>
        <a:ext cx="6666833" cy="1363480"/>
      </dsp:txXfrm>
    </dsp:sp>
    <dsp:sp modelId="{4E7DB32E-992A-4758-8B2A-3AC319AD9535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1587A6C-57C0-4982-B84D-A323BB2BC7DF}">
      <dsp:nvSpPr>
        <dsp:cNvPr id="0" name=""/>
        <dsp:cNvSpPr/>
      </dsp:nvSpPr>
      <dsp:spPr>
        <a:xfrm>
          <a:off x="0" y="272696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/>
            <a:t>Nálezce neví, kam přesně věc odevzdat.</a:t>
          </a:r>
          <a:endParaRPr lang="en-US" sz="2700" kern="1200"/>
        </a:p>
      </dsp:txBody>
      <dsp:txXfrm>
        <a:off x="0" y="2726960"/>
        <a:ext cx="6666833" cy="1363480"/>
      </dsp:txXfrm>
    </dsp:sp>
    <dsp:sp modelId="{4C05F608-B455-4E7F-AD36-04CDAB3979F0}">
      <dsp:nvSpPr>
        <dsp:cNvPr id="0" name=""/>
        <dsp:cNvSpPr/>
      </dsp:nvSpPr>
      <dsp:spPr>
        <a:xfrm>
          <a:off x="0" y="4090440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AD70ED8-945F-4D33-8877-9ED692E276F5}">
      <dsp:nvSpPr>
        <dsp:cNvPr id="0" name=""/>
        <dsp:cNvSpPr/>
      </dsp:nvSpPr>
      <dsp:spPr>
        <a:xfrm>
          <a:off x="0" y="409044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/>
            <a:t>Nepořádek a chaos ve školní úschovně dělají ze správy nálezů noční můru.</a:t>
          </a:r>
          <a:endParaRPr lang="en-US" sz="2700" kern="1200"/>
        </a:p>
      </dsp:txBody>
      <dsp:txXfrm>
        <a:off x="0" y="4090440"/>
        <a:ext cx="6666833" cy="13634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77A270-0157-4414-9849-CFE2411F93EB}">
      <dsp:nvSpPr>
        <dsp:cNvPr id="0" name=""/>
        <dsp:cNvSpPr/>
      </dsp:nvSpPr>
      <dsp:spPr>
        <a:xfrm>
          <a:off x="0" y="72008"/>
          <a:ext cx="3979606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600" kern="1200" dirty="0"/>
            <a:t>Google antigravity</a:t>
          </a:r>
          <a:endParaRPr lang="en-US" sz="2600" kern="1200" dirty="0"/>
        </a:p>
      </dsp:txBody>
      <dsp:txXfrm>
        <a:off x="31185" y="103193"/>
        <a:ext cx="3917236" cy="576450"/>
      </dsp:txXfrm>
    </dsp:sp>
    <dsp:sp modelId="{DE9D85E5-BA94-433C-BCC3-A0606D84F58C}">
      <dsp:nvSpPr>
        <dsp:cNvPr id="0" name=""/>
        <dsp:cNvSpPr/>
      </dsp:nvSpPr>
      <dsp:spPr>
        <a:xfrm>
          <a:off x="0" y="785709"/>
          <a:ext cx="3979606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600" kern="1200"/>
            <a:t>PowerPoint</a:t>
          </a:r>
          <a:endParaRPr lang="en-US" sz="2600" kern="1200"/>
        </a:p>
      </dsp:txBody>
      <dsp:txXfrm>
        <a:off x="31185" y="816894"/>
        <a:ext cx="3917236" cy="576450"/>
      </dsp:txXfrm>
    </dsp:sp>
    <dsp:sp modelId="{E67D81D1-17C0-4516-863F-4364B01950C6}">
      <dsp:nvSpPr>
        <dsp:cNvPr id="0" name=""/>
        <dsp:cNvSpPr/>
      </dsp:nvSpPr>
      <dsp:spPr>
        <a:xfrm>
          <a:off x="0" y="1499409"/>
          <a:ext cx="3979606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600" kern="1200"/>
            <a:t>GitHub</a:t>
          </a:r>
          <a:endParaRPr lang="en-US" sz="2600" kern="1200"/>
        </a:p>
      </dsp:txBody>
      <dsp:txXfrm>
        <a:off x="31185" y="1530594"/>
        <a:ext cx="3917236" cy="576450"/>
      </dsp:txXfrm>
    </dsp:sp>
    <dsp:sp modelId="{0EFA8B05-12CD-43EF-93F9-40068469666F}">
      <dsp:nvSpPr>
        <dsp:cNvPr id="0" name=""/>
        <dsp:cNvSpPr/>
      </dsp:nvSpPr>
      <dsp:spPr>
        <a:xfrm>
          <a:off x="0" y="2213109"/>
          <a:ext cx="3979606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600" kern="1200"/>
            <a:t>Vercel</a:t>
          </a:r>
          <a:endParaRPr lang="en-US" sz="2600" kern="1200"/>
        </a:p>
      </dsp:txBody>
      <dsp:txXfrm>
        <a:off x="31185" y="2244294"/>
        <a:ext cx="3917236" cy="576450"/>
      </dsp:txXfrm>
    </dsp:sp>
    <dsp:sp modelId="{7E058CE8-717E-45B5-822E-91810D6B02C8}">
      <dsp:nvSpPr>
        <dsp:cNvPr id="0" name=""/>
        <dsp:cNvSpPr/>
      </dsp:nvSpPr>
      <dsp:spPr>
        <a:xfrm>
          <a:off x="0" y="2926809"/>
          <a:ext cx="3979606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600" kern="1200"/>
            <a:t>Photopea</a:t>
          </a:r>
          <a:endParaRPr lang="en-US" sz="2600" kern="1200"/>
        </a:p>
      </dsp:txBody>
      <dsp:txXfrm>
        <a:off x="31185" y="2957994"/>
        <a:ext cx="3917236" cy="576450"/>
      </dsp:txXfrm>
    </dsp:sp>
    <dsp:sp modelId="{887E2964-1D68-4C4D-B8A3-13ABE8B6B88A}">
      <dsp:nvSpPr>
        <dsp:cNvPr id="0" name=""/>
        <dsp:cNvSpPr/>
      </dsp:nvSpPr>
      <dsp:spPr>
        <a:xfrm>
          <a:off x="0" y="3640509"/>
          <a:ext cx="3979606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600" kern="1200"/>
            <a:t>SVG Repo</a:t>
          </a:r>
          <a:endParaRPr lang="en-US" sz="2600" kern="1200"/>
        </a:p>
      </dsp:txBody>
      <dsp:txXfrm>
        <a:off x="31185" y="3671694"/>
        <a:ext cx="3917236" cy="5764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77A270-0157-4414-9849-CFE2411F93EB}">
      <dsp:nvSpPr>
        <dsp:cNvPr id="0" name=""/>
        <dsp:cNvSpPr/>
      </dsp:nvSpPr>
      <dsp:spPr>
        <a:xfrm>
          <a:off x="0" y="35277"/>
          <a:ext cx="3979606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600" kern="1200" dirty="0"/>
            <a:t>HTML</a:t>
          </a:r>
          <a:endParaRPr lang="en-US" sz="2600" kern="1200" dirty="0"/>
        </a:p>
      </dsp:txBody>
      <dsp:txXfrm>
        <a:off x="31185" y="66462"/>
        <a:ext cx="3917236" cy="576450"/>
      </dsp:txXfrm>
    </dsp:sp>
    <dsp:sp modelId="{DE9D85E5-BA94-433C-BCC3-A0606D84F58C}">
      <dsp:nvSpPr>
        <dsp:cNvPr id="0" name=""/>
        <dsp:cNvSpPr/>
      </dsp:nvSpPr>
      <dsp:spPr>
        <a:xfrm>
          <a:off x="0" y="748977"/>
          <a:ext cx="3979606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600" kern="1200" dirty="0"/>
            <a:t>CSS3</a:t>
          </a:r>
          <a:endParaRPr lang="en-US" sz="2600" kern="1200" dirty="0"/>
        </a:p>
      </dsp:txBody>
      <dsp:txXfrm>
        <a:off x="31185" y="780162"/>
        <a:ext cx="3917236" cy="576450"/>
      </dsp:txXfrm>
    </dsp:sp>
    <dsp:sp modelId="{E67D81D1-17C0-4516-863F-4364B01950C6}">
      <dsp:nvSpPr>
        <dsp:cNvPr id="0" name=""/>
        <dsp:cNvSpPr/>
      </dsp:nvSpPr>
      <dsp:spPr>
        <a:xfrm>
          <a:off x="0" y="1462677"/>
          <a:ext cx="3979606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600" kern="1200" dirty="0"/>
            <a:t>Vanilla JS</a:t>
          </a:r>
          <a:endParaRPr lang="en-US" sz="2600" kern="1200" dirty="0"/>
        </a:p>
      </dsp:txBody>
      <dsp:txXfrm>
        <a:off x="31185" y="1493862"/>
        <a:ext cx="3917236" cy="5764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CF2DB-1E52-72F4-AC1E-9129573C1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E0CA2C-2CEE-9953-6B22-9A7530D088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EA125-E5C8-4582-D85E-BE37D849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DC7DE-089B-4F0A-B704-62E9C7754536}" type="datetimeFigureOut">
              <a:rPr lang="cs-CZ" smtClean="0"/>
              <a:t>12.03.2026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27094-0ABC-C09A-EDB8-CADE07981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483A8-207B-60B1-95C7-A59C69151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9E86B-4666-4A82-8C62-4675B16ECDB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11676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5EFD4-AFBB-1D43-AF41-CA2C3A465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FD8F9-7D79-D3DB-EE8C-E019DCAC0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DE2AD-8714-C7AF-295A-197ABB134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DC7DE-089B-4F0A-B704-62E9C7754536}" type="datetimeFigureOut">
              <a:rPr lang="cs-CZ" smtClean="0"/>
              <a:t>12.03.2026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61114-BFDD-9D05-748C-47138A5C9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6198A-5B82-F456-F713-599363BE4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9E86B-4666-4A82-8C62-4675B16ECDB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20767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F715E-6B7A-791A-133B-F8875E309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2086F-690B-CA1C-622D-7CBC90DC2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E4436-C22E-7D81-0256-94BB2D26B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DC7DE-089B-4F0A-B704-62E9C7754536}" type="datetimeFigureOut">
              <a:rPr lang="cs-CZ" smtClean="0"/>
              <a:t>12.03.2026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9C242-257C-6D77-B3CE-3F9AF984D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7BC4D-BB38-153A-E4DF-86258F167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9E86B-4666-4A82-8C62-4675B16ECDB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8156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39A84-F408-D21F-3E01-2859312CF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97381-D8E0-6977-D5CA-0B353DF878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3D3BA-3824-9660-2518-668AC4ADDC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1FA485-41E6-EB4E-8A8E-F31D78B79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DC7DE-089B-4F0A-B704-62E9C7754536}" type="datetimeFigureOut">
              <a:rPr lang="cs-CZ" smtClean="0"/>
              <a:t>12.03.2026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35B51D-EF40-A6F5-01E7-B81CA5CF1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2DA7D-9893-FAC9-60DB-91C4DBDE8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9E86B-4666-4A82-8C62-4675B16ECDB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43685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7ACC6-4002-5AB2-9E54-48A67540E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8AE2C-9910-2123-61AC-3C1C644CA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68EE15-A3CE-EA47-2E50-F23ACD2DC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A40DCB-5D07-22EB-E4F0-752A838145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225C28-FCC3-E4B7-ED70-BA9B8C7652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B1D619-D011-5C7F-53D6-A17AC2E71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DC7DE-089B-4F0A-B704-62E9C7754536}" type="datetimeFigureOut">
              <a:rPr lang="cs-CZ" smtClean="0"/>
              <a:t>12.03.2026</a:t>
            </a:fld>
            <a:endParaRPr lang="cs-C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4C916F-52DE-B738-63F5-CCBAEA470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FE0D49-D9C7-23F4-FBF3-1E80321F6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9E86B-4666-4A82-8C62-4675B16ECDB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0171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F38C3-5022-CB24-E1C9-9D50BBBE6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A73FAC-E2A2-48B2-BE7C-8CF27C2F8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DC7DE-089B-4F0A-B704-62E9C7754536}" type="datetimeFigureOut">
              <a:rPr lang="cs-CZ" smtClean="0"/>
              <a:t>12.03.2026</a:t>
            </a:fld>
            <a:endParaRPr lang="cs-C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C8BED1-20D9-5C63-76B0-C3EC36E56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19F36F-7AFC-EFCD-B571-52C22D5B9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9E86B-4666-4A82-8C62-4675B16ECDB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5504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D50A3-13AA-F40A-BD2F-286A3B86C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DC7DE-089B-4F0A-B704-62E9C7754536}" type="datetimeFigureOut">
              <a:rPr lang="cs-CZ" smtClean="0"/>
              <a:t>12.03.2026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B0DD18-E880-EBCC-C42E-40D89DE61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1B6BC-8E72-A485-22CF-75E5831D7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9E86B-4666-4A82-8C62-4675B16ECDB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38248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FA1BF-647B-B738-B9D5-840ECC56C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D0DD9-C69D-572F-022E-CE2AB3D49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0C4E8A-DC3E-AC96-76ED-CD5F3102D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BD0029-3DF0-8C7A-261F-B560B535E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DC7DE-089B-4F0A-B704-62E9C7754536}" type="datetimeFigureOut">
              <a:rPr lang="cs-CZ" smtClean="0"/>
              <a:t>12.03.2026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2EDD7-579E-C5E9-411F-847F6CB97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174FD-DCF2-77FF-C675-89A9B4D7F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9E86B-4666-4A82-8C62-4675B16ECDB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8921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0494F-A1EC-41DE-8A3E-575F4A036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89F8DA-5A17-82EE-D70C-1C51A743A8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F57CB9-61AF-39B9-FA5C-0103F505ED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83D35E-F843-7E0D-98E5-AE37C3BF0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DC7DE-089B-4F0A-B704-62E9C7754536}" type="datetimeFigureOut">
              <a:rPr lang="cs-CZ" smtClean="0"/>
              <a:t>12.03.2026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990F6B-BCD3-02BA-900A-8322899E7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F33B9C-216B-DC73-F5EA-78906EDB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9E86B-4666-4A82-8C62-4675B16ECDB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15321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F351-D118-287E-5E7A-583690AB3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4FB8-011F-CBD6-BB77-FCD6D353F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6EAC5-E511-00AC-07F8-F8E2F42A3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DC7DE-089B-4F0A-B704-62E9C7754536}" type="datetimeFigureOut">
              <a:rPr lang="cs-CZ" smtClean="0"/>
              <a:t>12.03.2026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B0583-1721-CA01-E88C-A08A5061C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974A3-E9E3-6B6D-01F4-93908C863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9E86B-4666-4A82-8C62-4675B16ECDB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3856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841B55-A247-3F24-8BE6-AC877D6F19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AED8B1-5910-E441-E582-D31FE7003E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F1600-EE6D-160A-70D8-A6FC1ED33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DC7DE-089B-4F0A-B704-62E9C7754536}" type="datetimeFigureOut">
              <a:rPr lang="cs-CZ" smtClean="0"/>
              <a:t>12.03.2026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9EE25-5A09-9DB1-2E69-4D451C671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2AF05-EA5D-2E14-9188-442D26F3A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9E86B-4666-4A82-8C62-4675B16ECDB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34155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CA39C4-71F6-CA2F-19C5-C82B833F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7EF89-23B4-A07C-C2B7-632A3C98F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C5436-E74A-8023-6468-4B30DA1E7B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0DC7DE-089B-4F0A-B704-62E9C7754536}" type="datetimeFigureOut">
              <a:rPr lang="cs-CZ" smtClean="0"/>
              <a:t>12.03.2026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9BDF9-2FDC-0E2B-2811-FF981B691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B09EC-B79E-9348-CE3E-322414A1E6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B9E86B-4666-4A82-8C62-4675B16ECDB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73652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diagramData" Target="../diagrams/data2.xml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5" Type="http://schemas.openxmlformats.org/officeDocument/2006/relationships/image" Target="../media/image11.png"/><Relationship Id="rId10" Type="http://schemas.openxmlformats.org/officeDocument/2006/relationships/diagramColors" Target="../diagrams/colors3.xml"/><Relationship Id="rId19" Type="http://schemas.openxmlformats.org/officeDocument/2006/relationships/image" Target="../media/image15.png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Relationship Id="rId1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037C1C0-FADA-40C7-B923-037899A24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Arc 1032">
            <a:extLst>
              <a:ext uri="{FF2B5EF4-FFF2-40B4-BE49-F238E27FC236}">
                <a16:creationId xmlns:a16="http://schemas.microsoft.com/office/drawing/2014/main" id="{E2B33195-5BCA-4BB7-A82D-67395226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604789">
            <a:off x="675639" y="775849"/>
            <a:ext cx="2987899" cy="2987899"/>
          </a:xfrm>
          <a:prstGeom prst="arc">
            <a:avLst>
              <a:gd name="adj1" fmla="val 14455503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2250DB-EFD4-F3E1-01EF-6C823E43D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2818" y="1370171"/>
            <a:ext cx="5085580" cy="2387600"/>
          </a:xfrm>
        </p:spPr>
        <p:txBody>
          <a:bodyPr>
            <a:normAutofit/>
          </a:bodyPr>
          <a:lstStyle/>
          <a:p>
            <a:pPr algn="l"/>
            <a:r>
              <a:rPr lang="cs-CZ" sz="3800"/>
              <a:t>Ztráty a nálezy </a:t>
            </a:r>
            <a:br>
              <a:rPr lang="cs-CZ" sz="3800"/>
            </a:br>
            <a:r>
              <a:rPr lang="cs-CZ" sz="3800"/>
              <a:t>Už žádné hledání ztracených věcí po všech čertech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573D58-FBF9-7514-4ABA-D26E392E77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2818" y="3849845"/>
            <a:ext cx="5085580" cy="1881751"/>
          </a:xfrm>
        </p:spPr>
        <p:txBody>
          <a:bodyPr>
            <a:normAutofit/>
          </a:bodyPr>
          <a:lstStyle/>
          <a:p>
            <a:pPr algn="l"/>
            <a:r>
              <a:rPr lang="cs-CZ"/>
              <a:t>Efektivní a moderní správa školních (či firemních) ztrát a nálezů.</a:t>
            </a:r>
          </a:p>
        </p:txBody>
      </p:sp>
      <p:sp>
        <p:nvSpPr>
          <p:cNvPr id="1035" name="Oval 1034">
            <a:extLst>
              <a:ext uri="{FF2B5EF4-FFF2-40B4-BE49-F238E27FC236}">
                <a16:creationId xmlns:a16="http://schemas.microsoft.com/office/drawing/2014/main" id="{CF8AD9F3-9AF6-494F-83A3-2F6775639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24703" y="541034"/>
            <a:ext cx="931930" cy="9066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C7C1CE-923E-EC0A-8060-A104EC8800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1"/>
          <a:stretch>
            <a:fillRect/>
          </a:stretch>
        </p:blipFill>
        <p:spPr>
          <a:xfrm>
            <a:off x="7024244" y="994358"/>
            <a:ext cx="4400917" cy="4400917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1037" name="Rectangle 1036">
            <a:extLst>
              <a:ext uri="{FF2B5EF4-FFF2-40B4-BE49-F238E27FC236}">
                <a16:creationId xmlns:a16="http://schemas.microsoft.com/office/drawing/2014/main" id="{0DA5DB8B-7E5C-4ABC-8069-A9A8806F3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1501" y="3865664"/>
            <a:ext cx="739429" cy="739429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Beneš &amp; Michl | Plzen">
            <a:extLst>
              <a:ext uri="{FF2B5EF4-FFF2-40B4-BE49-F238E27FC236}">
                <a16:creationId xmlns:a16="http://schemas.microsoft.com/office/drawing/2014/main" id="{42945873-98DB-3ACF-D240-F75F3F1FF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 bwMode="auto">
          <a:xfrm>
            <a:off x="9690668" y="4544577"/>
            <a:ext cx="1772389" cy="1772389"/>
          </a:xfrm>
          <a:custGeom>
            <a:avLst/>
            <a:gdLst/>
            <a:ahLst/>
            <a:cxnLst/>
            <a:rect l="l" t="t" r="r" b="b"/>
            <a:pathLst>
              <a:path w="2283868" h="2283868">
                <a:moveTo>
                  <a:pt x="1141934" y="0"/>
                </a:moveTo>
                <a:cubicBezTo>
                  <a:pt x="1772607" y="0"/>
                  <a:pt x="2283868" y="511261"/>
                  <a:pt x="2283868" y="1141934"/>
                </a:cubicBezTo>
                <a:cubicBezTo>
                  <a:pt x="2283868" y="1772607"/>
                  <a:pt x="1772607" y="2283868"/>
                  <a:pt x="1141934" y="2283868"/>
                </a:cubicBezTo>
                <a:cubicBezTo>
                  <a:pt x="511261" y="2283868"/>
                  <a:pt x="0" y="1772607"/>
                  <a:pt x="0" y="1141934"/>
                </a:cubicBezTo>
                <a:cubicBezTo>
                  <a:pt x="0" y="511261"/>
                  <a:pt x="511261" y="0"/>
                  <a:pt x="114193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5738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3A0BD9-94B7-1781-93AE-355C5D359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776" y="3036151"/>
            <a:ext cx="2236737" cy="805973"/>
          </a:xfrm>
        </p:spPr>
        <p:txBody>
          <a:bodyPr anchor="b">
            <a:normAutofit/>
          </a:bodyPr>
          <a:lstStyle/>
          <a:p>
            <a:pPr algn="r"/>
            <a:r>
              <a:rPr lang="cs-CZ" sz="4000" dirty="0">
                <a:solidFill>
                  <a:srgbClr val="FFFFFF"/>
                </a:solidFill>
              </a:rPr>
              <a:t>Motivace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C7AFB22-D038-7572-C03D-DB2B361A13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445521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96601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9B9FB9-66FF-DB4D-25F3-87B5A0FE6D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4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1E7B2-3094-F0DB-3DED-19725CBCA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Skříň</a:t>
            </a: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ztrát</a:t>
            </a: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 </a:t>
            </a:r>
            <a:r>
              <a:rPr lang="en-US" sz="3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nálezů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93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68815-A21C-C3F0-B6A2-625339AB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Funkce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76806-4149-FC82-3044-7504777E2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212690" cy="642272"/>
          </a:xfrm>
        </p:spPr>
        <p:txBody>
          <a:bodyPr/>
          <a:lstStyle/>
          <a:p>
            <a:r>
              <a:rPr lang="cs-CZ" dirty="0"/>
              <a:t>Katalog nálezů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5FB188-5965-2605-98D9-08044C1CA4A7}"/>
              </a:ext>
            </a:extLst>
          </p:cNvPr>
          <p:cNvSpPr txBox="1">
            <a:spLocks/>
          </p:cNvSpPr>
          <p:nvPr/>
        </p:nvSpPr>
        <p:spPr>
          <a:xfrm>
            <a:off x="3886814" y="1822450"/>
            <a:ext cx="4418372" cy="642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/>
              <a:t>Jednoduché vyzvednutí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9DCAE6-0388-10C2-D491-E8C743C3C644}"/>
              </a:ext>
            </a:extLst>
          </p:cNvPr>
          <p:cNvSpPr txBox="1">
            <a:spLocks/>
          </p:cNvSpPr>
          <p:nvPr/>
        </p:nvSpPr>
        <p:spPr>
          <a:xfrm>
            <a:off x="8141110" y="1822450"/>
            <a:ext cx="3212690" cy="642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/>
              <a:t>Nedávná aktivita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89F294-2D74-9D6E-51E0-87957D50E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02" y="2596484"/>
            <a:ext cx="3130212" cy="38327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820337-D773-5F6E-C16F-EB57EBD81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625" y="2587692"/>
            <a:ext cx="3693812" cy="22597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1B2CB6-D1F2-1B14-3B0C-D86E85A4D1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3313" y="2587692"/>
            <a:ext cx="3693813" cy="293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744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5DA834-F601-9169-DC07-7F3E0CC2C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84" y="4230093"/>
            <a:ext cx="4150581" cy="1800165"/>
          </a:xfrm>
        </p:spPr>
        <p:txBody>
          <a:bodyPr anchor="t">
            <a:normAutofit/>
          </a:bodyPr>
          <a:lstStyle/>
          <a:p>
            <a:pPr algn="r"/>
            <a:r>
              <a:rPr lang="cs-CZ" sz="4000" dirty="0"/>
              <a:t>Administrace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6D2A32-5D93-E05B-971F-5E518DEBB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92" y="513895"/>
            <a:ext cx="11139778" cy="334193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370F6-322C-C624-1593-140C04372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6415" y="4230094"/>
            <a:ext cx="6235268" cy="1800164"/>
          </a:xfrm>
        </p:spPr>
        <p:txBody>
          <a:bodyPr anchor="t">
            <a:normAutofit/>
          </a:bodyPr>
          <a:lstStyle/>
          <a:p>
            <a:r>
              <a:rPr lang="cs-CZ" sz="2000"/>
              <a:t>Zabezpečeno speciálním přístupem proti neoprávněným vtipům uživatelů webu.</a:t>
            </a:r>
          </a:p>
          <a:p>
            <a:r>
              <a:rPr lang="cs-CZ" sz="2000"/>
              <a:t>Globální přehled stavů (co se už našlo vs. co lidi sebrali).</a:t>
            </a:r>
          </a:p>
          <a:p>
            <a:r>
              <a:rPr lang="cs-CZ" sz="2000"/>
              <a:t>Možnost užitečných editací detailních chyb atd.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128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22148-5439-CC8C-4377-F73B507AA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470058" cy="1325563"/>
          </a:xfrm>
        </p:spPr>
        <p:txBody>
          <a:bodyPr/>
          <a:lstStyle/>
          <a:p>
            <a:r>
              <a:rPr lang="cs-CZ" dirty="0"/>
              <a:t>Vybrané nástroje a technologie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0340A43-3F46-6FE9-DE7F-02804D74E9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6760065"/>
              </p:ext>
            </p:extLst>
          </p:nvPr>
        </p:nvGraphicFramePr>
        <p:xfrm>
          <a:off x="838200" y="1825625"/>
          <a:ext cx="397960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95333D3-B02F-84CA-F40A-6A72EBDBC3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4625075"/>
              </p:ext>
            </p:extLst>
          </p:nvPr>
        </p:nvGraphicFramePr>
        <p:xfrm>
          <a:off x="6735097" y="1825625"/>
          <a:ext cx="3979606" cy="2136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2050" name="Picture 2" descr="Google Antigravity Download Linux">
            <a:extLst>
              <a:ext uri="{FF2B5EF4-FFF2-40B4-BE49-F238E27FC236}">
                <a16:creationId xmlns:a16="http://schemas.microsoft.com/office/drawing/2014/main" id="{D35BD7E4-5F42-A4F6-740B-D8BD1A33F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039" y="2035226"/>
            <a:ext cx="403190" cy="370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EFFF9D8-1A76-0EA8-6B58-349DBE251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039" y="2703007"/>
            <a:ext cx="465374" cy="450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Github Logo - Free social media icons">
            <a:extLst>
              <a:ext uri="{FF2B5EF4-FFF2-40B4-BE49-F238E27FC236}">
                <a16:creationId xmlns:a16="http://schemas.microsoft.com/office/drawing/2014/main" id="{87258022-2E24-C926-1847-653DB4947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039" y="3429000"/>
            <a:ext cx="465374" cy="465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Vercel Logo and symbol, meaning, history, PNG, brand">
            <a:extLst>
              <a:ext uri="{FF2B5EF4-FFF2-40B4-BE49-F238E27FC236}">
                <a16:creationId xmlns:a16="http://schemas.microsoft.com/office/drawing/2014/main" id="{FEDA9DB2-1758-70E3-A8DC-468F8150F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234" y="4110817"/>
            <a:ext cx="868173" cy="488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>
            <a:extLst>
              <a:ext uri="{FF2B5EF4-FFF2-40B4-BE49-F238E27FC236}">
                <a16:creationId xmlns:a16="http://schemas.microsoft.com/office/drawing/2014/main" id="{FDF8A20D-1BE1-D8C4-2FFC-077A86A48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4061" y="4851702"/>
            <a:ext cx="488347" cy="488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Svgrepo logo - free Icon PNG, SVG">
            <a:extLst>
              <a:ext uri="{FF2B5EF4-FFF2-40B4-BE49-F238E27FC236}">
                <a16:creationId xmlns:a16="http://schemas.microsoft.com/office/drawing/2014/main" id="{B89F9801-4F55-60C9-6667-59C457120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5768" y="5527019"/>
            <a:ext cx="553916" cy="553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>
            <a:extLst>
              <a:ext uri="{FF2B5EF4-FFF2-40B4-BE49-F238E27FC236}">
                <a16:creationId xmlns:a16="http://schemas.microsoft.com/office/drawing/2014/main" id="{74A16AB4-A237-CA37-2148-0AD093CF6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3118" y="1939333"/>
            <a:ext cx="466828" cy="466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2" name="Picture 24">
            <a:extLst>
              <a:ext uri="{FF2B5EF4-FFF2-40B4-BE49-F238E27FC236}">
                <a16:creationId xmlns:a16="http://schemas.microsoft.com/office/drawing/2014/main" id="{E25F2553-A533-0098-314D-1E0C17BD4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1918" y="2619218"/>
            <a:ext cx="389227" cy="54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4" name="Picture 26">
            <a:extLst>
              <a:ext uri="{FF2B5EF4-FFF2-40B4-BE49-F238E27FC236}">
                <a16:creationId xmlns:a16="http://schemas.microsoft.com/office/drawing/2014/main" id="{D0B41ECF-2D03-D57A-6043-015BC346B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4317" y="3381863"/>
            <a:ext cx="466828" cy="466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433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187E64-7A77-4D13-A5F4-9AEC282BB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Arc">
            <a:extLst>
              <a:ext uri="{FF2B5EF4-FFF2-40B4-BE49-F238E27FC236}">
                <a16:creationId xmlns:a16="http://schemas.microsoft.com/office/drawing/2014/main" id="{E2B33195-5BCA-4BB7-A82D-67395226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604789">
            <a:off x="675639" y="775849"/>
            <a:ext cx="2987899" cy="2987899"/>
          </a:xfrm>
          <a:prstGeom prst="arc">
            <a:avLst>
              <a:gd name="adj1" fmla="val 14455503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AC3318-42C1-D14B-43F0-1280295B7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818" y="1370171"/>
            <a:ext cx="508558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 err="1"/>
              <a:t>Děkuji</a:t>
            </a:r>
            <a:r>
              <a:rPr lang="en-US" dirty="0"/>
              <a:t> za </a:t>
            </a:r>
            <a:r>
              <a:rPr lang="en-US" dirty="0" err="1"/>
              <a:t>pozornost</a:t>
            </a:r>
            <a:r>
              <a:rPr lang="en-US" dirty="0"/>
              <a:t>!</a:t>
            </a:r>
          </a:p>
        </p:txBody>
      </p:sp>
      <p:sp>
        <p:nvSpPr>
          <p:cNvPr id="13" name="!!Oval">
            <a:extLst>
              <a:ext uri="{FF2B5EF4-FFF2-40B4-BE49-F238E27FC236}">
                <a16:creationId xmlns:a16="http://schemas.microsoft.com/office/drawing/2014/main" id="{CF8AD9F3-9AF6-494F-83A3-2F6775639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9802" y="832686"/>
            <a:ext cx="1104943" cy="107496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2" descr="Beneš &amp; Michl | Plzen">
            <a:extLst>
              <a:ext uri="{FF2B5EF4-FFF2-40B4-BE49-F238E27FC236}">
                <a16:creationId xmlns:a16="http://schemas.microsoft.com/office/drawing/2014/main" id="{9CF91ECA-79B6-906A-75FF-370B832EF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"/>
          <a:stretch>
            <a:fillRect/>
          </a:stretch>
        </p:blipFill>
        <p:spPr bwMode="auto">
          <a:xfrm>
            <a:off x="8917413" y="2984360"/>
            <a:ext cx="2295702" cy="2295702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!!Rectangle">
            <a:extLst>
              <a:ext uri="{FF2B5EF4-FFF2-40B4-BE49-F238E27FC236}">
                <a16:creationId xmlns:a16="http://schemas.microsoft.com/office/drawing/2014/main" id="{0DA5DB8B-7E5C-4ABC-8069-A9A8806F3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806" y="4790720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6092E8-FCDC-9EAB-C774-196DF74535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1"/>
          <a:stretch>
            <a:fillRect/>
          </a:stretch>
        </p:blipFill>
        <p:spPr>
          <a:xfrm>
            <a:off x="5304285" y="-292804"/>
            <a:ext cx="4683934" cy="4683934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89515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139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Ztráty a nálezy  Už žádné hledání ztracených věcí po všech čertech</vt:lpstr>
      <vt:lpstr>Motivace</vt:lpstr>
      <vt:lpstr>Skříň ztrát a nálezů</vt:lpstr>
      <vt:lpstr>Funkce</vt:lpstr>
      <vt:lpstr>Administrace</vt:lpstr>
      <vt:lpstr>Vybrané nástroje a technologie</vt:lpstr>
      <vt:lpstr>Děkuji za pozornost!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Vojtěch Roub</dc:creator>
  <cp:lastModifiedBy>Vojtěch Roub</cp:lastModifiedBy>
  <cp:revision>2</cp:revision>
  <dcterms:created xsi:type="dcterms:W3CDTF">2026-03-12T11:06:17Z</dcterms:created>
  <dcterms:modified xsi:type="dcterms:W3CDTF">2026-03-12T12:37:30Z</dcterms:modified>
</cp:coreProperties>
</file>